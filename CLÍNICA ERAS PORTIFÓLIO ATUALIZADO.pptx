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0080625" cy="5670550" type="screen4x3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396" y="-108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BR" sz="1400" b="0" i="0" u="none" strike="noStrike" kern="120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3" name="Espaço Reservado para Data 2"/>
          <p:cNvSpPr txBox="1">
            <a:spLocks noGrp="1"/>
          </p:cNvSpPr>
          <p:nvPr>
            <p:ph type="dt" sz="quarter" idx="1"/>
          </p:nvPr>
        </p:nvSpPr>
        <p:spPr>
          <a:xfrm>
            <a:off x="427932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BR" sz="1400" b="0" i="0" u="none" strike="noStrike" kern="120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4" name="Espaço Reservado para Rodapé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pt-BR" sz="1400" b="0" i="0" u="none" strike="noStrike" kern="120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5" name="Espaço Reservado para Número de Slide 4"/>
          <p:cNvSpPr txBox="1">
            <a:spLocks noGrp="1"/>
          </p:cNvSpPr>
          <p:nvPr>
            <p:ph type="sldNum" sz="quarter" idx="3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1B6365F-B3C5-4478-86CE-A6E4A1A9ECF8}" type="slidenum">
              <a:t>‹nº›</a:t>
            </a:fld>
            <a:endParaRPr lang="pt-BR" sz="1400" b="0" i="0" u="none" strike="noStrike" kern="120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2314800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 idx="2"/>
          </p:nvPr>
        </p:nvSpPr>
        <p:spPr>
          <a:xfrm>
            <a:off x="1484999" y="900000"/>
            <a:ext cx="459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pt-BR"/>
          </a:p>
        </p:txBody>
      </p:sp>
      <p:sp>
        <p:nvSpPr>
          <p:cNvPr id="4" name="Espaço Reservado para Cabeçalho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5" name="Espaço Reservado para Data 4"/>
          <p:cNvSpPr txBox="1">
            <a:spLocks noGrp="1"/>
          </p:cNvSpPr>
          <p:nvPr>
            <p:ph type="dt" idx="1"/>
          </p:nvPr>
        </p:nvSpPr>
        <p:spPr>
          <a:xfrm>
            <a:off x="4279320" y="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6" name="Espaço Reservado para Rodapé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7" name="Espaço Reservado para Número de Slide 6"/>
          <p:cNvSpPr txBox="1">
            <a:spLocks noGrp="1"/>
          </p:cNvSpPr>
          <p:nvPr>
            <p:ph type="sldNum" sz="quarter" idx="5"/>
          </p:nvPr>
        </p:nvSpPr>
        <p:spPr>
          <a:xfrm>
            <a:off x="4279320" y="10157400"/>
            <a:ext cx="328032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/>
          <a:lstStyle>
            <a:lvl1pPr lvl="0" algn="r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DA7526C9-75B0-4E52-B458-C7EFC1F656FE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35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0" hangingPunct="0">
      <a:tabLst/>
      <a:defRPr lang="pt-BR" sz="2000" b="0" i="0" u="none" strike="noStrike" kern="1200">
        <a:ln>
          <a:noFill/>
        </a:ln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8225" cy="3441700"/>
          </a:xfrm>
          <a:solidFill>
            <a:srgbClr val="729FCF"/>
          </a:solidFill>
          <a:ln w="25400">
            <a:solidFill>
              <a:srgbClr val="3465AF"/>
            </a:solidFill>
            <a:prstDash val="solid"/>
          </a:ln>
        </p:spPr>
      </p:sp>
      <p:sp>
        <p:nvSpPr>
          <p:cNvPr id="3" name="Espaço Reservado para Anotações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pPr rtl="0"/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D1556E-6394-4CCF-9899-F6386CCF6326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4646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E7E0BD9-5BE4-485E-8DFE-D0F7C0EDA41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394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3F053ED-A746-45E1-BC85-5AAE0BDBE426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507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39750" y="1349375"/>
            <a:ext cx="4422775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14925" y="1349375"/>
            <a:ext cx="4424363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F5171A-B06E-4112-826C-71C1EEAD65E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4864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B9F1295-52E8-4519-9A26-AFD98BDEB63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2894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F818722-9A88-40FB-81F3-5BE129C24B8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119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DA5C42-26DC-46D0-8694-C5E6B5551E4E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185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908FE5-889B-4245-9770-B7DE317C8AA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229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E94BD6-2AEE-4DEB-B10B-16C065796733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289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C364BEA-A1F4-4693-B80C-251E980825B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807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289800" y="449263"/>
            <a:ext cx="2249488" cy="4500562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39750" y="449263"/>
            <a:ext cx="6597650" cy="4500562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F75B445-8D6A-4804-9BD4-CD41C44A818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6878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650" y="1762125"/>
            <a:ext cx="8569325" cy="1214438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12888" y="3213100"/>
            <a:ext cx="7056437" cy="14493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441DDC-C7ED-46BC-80C2-F0E4AE0565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015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CBCA516-4884-4838-880B-0499A290802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279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6925" y="3643313"/>
            <a:ext cx="8567738" cy="1127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96925" y="2403475"/>
            <a:ext cx="8567738" cy="12398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32D4143-15DE-4266-B079-5C2E5A11513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83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39750" y="1349375"/>
            <a:ext cx="4422775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14925" y="1349375"/>
            <a:ext cx="4424363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7092E4-E79F-446D-9A99-E6BBBA715329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293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825" y="227013"/>
            <a:ext cx="9072563" cy="944562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4825" y="1270000"/>
            <a:ext cx="4452938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4825" y="1798638"/>
            <a:ext cx="4452938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5121275" y="1270000"/>
            <a:ext cx="4456113" cy="5286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21275" y="1798638"/>
            <a:ext cx="4456113" cy="32670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CFFF4C-FBBB-4360-B4E7-35670C469770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463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40880C3-5C68-48B9-A226-8293D4F43A0D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1785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1B4A36-A8E4-41B6-9CFC-120361A80E1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356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825" y="225425"/>
            <a:ext cx="3316288" cy="9604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41763" y="225425"/>
            <a:ext cx="5635625" cy="48402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4825" y="1185863"/>
            <a:ext cx="3316288" cy="38798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981313E-0B63-4403-B0DF-6B68F6C9F0B6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64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76438" y="3968750"/>
            <a:ext cx="6048375" cy="4699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976438" y="506413"/>
            <a:ext cx="6048375" cy="34020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976438" y="4438650"/>
            <a:ext cx="6048375" cy="665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8161773-FB63-4F90-98B6-4D494E3D4874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029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66D5CCD-6C0E-4151-8C09-00AB723DE2D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5717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289800" y="449263"/>
            <a:ext cx="2249488" cy="4500562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39750" y="449263"/>
            <a:ext cx="6597650" cy="4500562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4CC98A8-AA76-4EFF-BE23-34490E1784AD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604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 1"/>
          <p:cNvSpPr/>
          <p:nvPr/>
        </p:nvSpPr>
        <p:spPr>
          <a:xfrm>
            <a:off x="0" y="0"/>
            <a:ext cx="10080000" cy="56696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666666"/>
          </a:solidFill>
          <a:ln>
            <a:noFill/>
            <a:prstDash val="solid"/>
          </a:ln>
        </p:spPr>
        <p:txBody>
          <a:bodyPr lIns="0" tIns="0" rIns="0" bIns="0" anchor="ctr" anchorCtr="0"/>
          <a:lstStyle/>
          <a:p>
            <a:pPr lvl="0" hangingPunct="0">
              <a:buNone/>
              <a:tabLst/>
            </a:pPr>
            <a:endParaRPr lang="pt-BR" sz="1400" kern="1200">
              <a:solidFill>
                <a:srgbClr val="EEEEEE"/>
              </a:solidFill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3" name="Forma livre 2"/>
          <p:cNvSpPr/>
          <p:nvPr/>
        </p:nvSpPr>
        <p:spPr>
          <a:xfrm>
            <a:off x="270000" y="180000"/>
            <a:ext cx="9540000" cy="486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lIns="0" tIns="0" rIns="0" bIns="0" anchor="ctr" anchorCtr="0"/>
          <a:lstStyle/>
          <a:p>
            <a:pPr lvl="0" hangingPunct="0">
              <a:buNone/>
              <a:tabLst/>
            </a:pPr>
            <a:endParaRPr lang="pt-BR" sz="1400" kern="1200">
              <a:solidFill>
                <a:srgbClr val="EEEEEE"/>
              </a:solidFill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4" name="Espaço Reservado para Texto 3"/>
          <p:cNvSpPr txBox="1">
            <a:spLocks noGrp="1"/>
          </p:cNvSpPr>
          <p:nvPr>
            <p:ph type="body" idx="1"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Forma livre 4"/>
          <p:cNvSpPr/>
          <p:nvPr/>
        </p:nvSpPr>
        <p:spPr>
          <a:xfrm>
            <a:off x="7920000" y="90000"/>
            <a:ext cx="900000" cy="11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D8AE7"/>
          </a:solidFill>
          <a:ln w="10800">
            <a:solidFill>
              <a:srgbClr val="3F52D9"/>
            </a:solidFill>
            <a:prstDash val="solid"/>
          </a:ln>
          <a:effectLst>
            <a:outerShdw dist="30547" dir="2700000" algn="tl">
              <a:srgbClr val="C1C7F4"/>
            </a:outerShdw>
          </a:effectLst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6" name="Forma livre 5"/>
          <p:cNvSpPr/>
          <p:nvPr/>
        </p:nvSpPr>
        <p:spPr>
          <a:xfrm>
            <a:off x="90000" y="450000"/>
            <a:ext cx="9090000" cy="63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B5E77D"/>
          </a:solidFill>
          <a:ln w="10800">
            <a:solidFill>
              <a:srgbClr val="91D93F"/>
            </a:solidFill>
            <a:prstDash val="solid"/>
          </a:ln>
          <a:effectLst>
            <a:outerShdw dist="30547" dir="2700000" algn="tl">
              <a:srgbClr val="DCF1C1"/>
            </a:outerShdw>
          </a:effectLst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7" name="Espaço Reservado para Título 6"/>
          <p:cNvSpPr txBox="1"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pt-BR"/>
          </a:p>
        </p:txBody>
      </p:sp>
      <p:sp>
        <p:nvSpPr>
          <p:cNvPr id="8" name="Espaço Reservado para Data 7"/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9" name="Espaço Reservado para Rodapé 8"/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ctr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Número de Slide 9"/>
          <p:cNvSpPr txBox="1">
            <a:spLocks noGrp="1"/>
          </p:cNvSpPr>
          <p:nvPr>
            <p:ph type="sldNum" sz="quarter" idx="4"/>
          </p:nvPr>
        </p:nvSpPr>
        <p:spPr>
          <a:xfrm>
            <a:off x="7227000" y="516492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DF11ECB1-3AA3-497E-A3D8-34D3AF1E56A9}" type="slidenum"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hangingPunct="0">
        <a:tabLst/>
        <a:defRPr lang="pt-BR" sz="2700" b="0" i="0" u="none" strike="noStrike" kern="1200">
          <a:ln>
            <a:noFill/>
          </a:ln>
          <a:latin typeface="Liberation Sans" pitchFamily="18"/>
        </a:defRPr>
      </a:lvl1pPr>
    </p:titleStyle>
    <p:bodyStyle>
      <a:lvl1pPr marL="0" marR="0" indent="0" hangingPunct="0">
        <a:spcBef>
          <a:spcPts val="0"/>
        </a:spcBef>
        <a:spcAft>
          <a:spcPts val="1057"/>
        </a:spcAft>
        <a:tabLst/>
        <a:defRPr lang="pt-BR" sz="2000" b="0" i="0" u="none" strike="noStrike" kern="1200">
          <a:ln>
            <a:noFill/>
          </a:ln>
          <a:latin typeface="Liberation Sans" pitchFamily="18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 1"/>
          <p:cNvSpPr/>
          <p:nvPr/>
        </p:nvSpPr>
        <p:spPr>
          <a:xfrm>
            <a:off x="0" y="0"/>
            <a:ext cx="10080000" cy="566964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666666"/>
          </a:solidFill>
          <a:ln>
            <a:noFill/>
            <a:prstDash val="solid"/>
          </a:ln>
        </p:spPr>
        <p:txBody>
          <a:bodyPr lIns="0" tIns="0" rIns="0" bIns="0" anchor="ctr" anchorCtr="0"/>
          <a:lstStyle/>
          <a:p>
            <a:pPr lvl="0" hangingPunct="0">
              <a:buNone/>
              <a:tabLst/>
            </a:pPr>
            <a:endParaRPr lang="pt-BR" sz="1400" kern="1200">
              <a:solidFill>
                <a:srgbClr val="EEEEEE"/>
              </a:solidFill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3" name="Forma livre 2"/>
          <p:cNvSpPr/>
          <p:nvPr/>
        </p:nvSpPr>
        <p:spPr>
          <a:xfrm>
            <a:off x="270000" y="180000"/>
            <a:ext cx="9540000" cy="486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lIns="0" tIns="0" rIns="0" bIns="0" anchor="ctr" anchorCtr="0"/>
          <a:lstStyle/>
          <a:p>
            <a:pPr lvl="0" hangingPunct="0">
              <a:buNone/>
              <a:tabLst/>
            </a:pPr>
            <a:endParaRPr lang="pt-BR" sz="1400" kern="1200">
              <a:solidFill>
                <a:srgbClr val="EEEEEE"/>
              </a:solidFill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4" name="Espaço Reservado para Texto 3"/>
          <p:cNvSpPr txBox="1">
            <a:spLocks noGrp="1"/>
          </p:cNvSpPr>
          <p:nvPr>
            <p:ph type="body" idx="1"/>
          </p:nvPr>
        </p:nvSpPr>
        <p:spPr>
          <a:xfrm>
            <a:off x="540000" y="1350000"/>
            <a:ext cx="9000000" cy="360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Forma livre 4"/>
          <p:cNvSpPr/>
          <p:nvPr/>
        </p:nvSpPr>
        <p:spPr>
          <a:xfrm>
            <a:off x="7920000" y="90000"/>
            <a:ext cx="900000" cy="11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7D8AE7"/>
          </a:solidFill>
          <a:ln w="10800">
            <a:solidFill>
              <a:srgbClr val="3F52D9"/>
            </a:solidFill>
            <a:prstDash val="solid"/>
          </a:ln>
          <a:effectLst>
            <a:outerShdw dist="30547" dir="2700000" algn="tl">
              <a:srgbClr val="C1C7F4"/>
            </a:outerShdw>
          </a:effectLst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6" name="Forma livre 5"/>
          <p:cNvSpPr/>
          <p:nvPr/>
        </p:nvSpPr>
        <p:spPr>
          <a:xfrm>
            <a:off x="90000" y="450000"/>
            <a:ext cx="9090000" cy="63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B5E77D"/>
          </a:solidFill>
          <a:ln w="10800">
            <a:solidFill>
              <a:srgbClr val="91D93F"/>
            </a:solidFill>
            <a:prstDash val="solid"/>
          </a:ln>
          <a:effectLst>
            <a:outerShdw dist="30547" dir="2700000" algn="tl">
              <a:srgbClr val="DCF1C1"/>
            </a:outerShdw>
          </a:effectLst>
        </p:spPr>
        <p:txBody>
          <a:bodyPr wrap="none" lIns="90000" tIns="45000" rIns="90000" bIns="45000" anchor="ctr" anchorCtr="0" compatLnSpc="0"/>
          <a:lstStyle/>
          <a:p>
            <a:pPr marL="0" marR="0" lvl="0" indent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7" name="Espaço Reservado para Título 6"/>
          <p:cNvSpPr txBox="1">
            <a:spLocks noGrp="1"/>
          </p:cNvSpPr>
          <p:nvPr>
            <p:ph type="title"/>
          </p:nvPr>
        </p:nvSpPr>
        <p:spPr>
          <a:xfrm>
            <a:off x="540000" y="45000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pt-BR"/>
          </a:p>
        </p:txBody>
      </p:sp>
      <p:sp>
        <p:nvSpPr>
          <p:cNvPr id="8" name="Espaço Reservado para Data 7"/>
          <p:cNvSpPr txBox="1">
            <a:spLocks noGrp="1"/>
          </p:cNvSpPr>
          <p:nvPr>
            <p:ph type="dt" sz="half" idx="2"/>
          </p:nvPr>
        </p:nvSpPr>
        <p:spPr>
          <a:xfrm>
            <a:off x="503999" y="516492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9" name="Espaço Reservado para Rodapé 8"/>
          <p:cNvSpPr txBox="1">
            <a:spLocks noGrp="1"/>
          </p:cNvSpPr>
          <p:nvPr>
            <p:ph type="ftr" sz="quarter" idx="3"/>
          </p:nvPr>
        </p:nvSpPr>
        <p:spPr>
          <a:xfrm>
            <a:off x="3447360" y="516492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ctr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pt-BR"/>
          </a:p>
        </p:txBody>
      </p:sp>
      <p:sp>
        <p:nvSpPr>
          <p:cNvPr id="10" name="Espaço Reservado para Número de Slide 9"/>
          <p:cNvSpPr txBox="1">
            <a:spLocks noGrp="1"/>
          </p:cNvSpPr>
          <p:nvPr>
            <p:ph type="sldNum" sz="quarter" idx="4"/>
          </p:nvPr>
        </p:nvSpPr>
        <p:spPr>
          <a:xfrm>
            <a:off x="7227000" y="516492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pt-BR" sz="1400" kern="1200">
                <a:solidFill>
                  <a:srgbClr val="EEEEEE"/>
                </a:solidFill>
                <a:latin typeface="Liberation Sans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CC162A69-8CFD-4416-A88B-B305823ECDD2}" type="slidenum"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hangingPunct="0">
        <a:tabLst/>
        <a:defRPr lang="pt-BR" sz="2700" b="0" i="0" u="none" strike="noStrike" kern="1200">
          <a:ln>
            <a:noFill/>
          </a:ln>
          <a:latin typeface="Liberation Sans" pitchFamily="18"/>
        </a:defRPr>
      </a:lvl1pPr>
    </p:titleStyle>
    <p:bodyStyle>
      <a:lvl1pPr marL="0" marR="0" indent="0" hangingPunct="0">
        <a:spcBef>
          <a:spcPts val="0"/>
        </a:spcBef>
        <a:spcAft>
          <a:spcPts val="1057"/>
        </a:spcAft>
        <a:tabLst/>
        <a:defRPr lang="pt-BR" sz="2000" b="0" i="0" u="none" strike="noStrike" kern="1200">
          <a:ln>
            <a:noFill/>
          </a:ln>
          <a:latin typeface="Liberation Sans" pitchFamily="18"/>
        </a:defRPr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algn="ctr" rtl="0">
              <a:buNone/>
            </a:pPr>
            <a:r>
              <a:rPr lang="pt-BR" b="1">
                <a:cs typeface="Tahoma" pitchFamily="2"/>
              </a:rPr>
              <a:t>CLÍNICA ERAS</a:t>
            </a:r>
          </a:p>
        </p:txBody>
      </p:sp>
      <p:sp>
        <p:nvSpPr>
          <p:cNvPr id="3" name="Subtítulo 2"/>
          <p:cNvSpPr txBox="1">
            <a:spLocks noGrp="1"/>
          </p:cNvSpPr>
          <p:nvPr>
            <p:ph type="subTitle" idx="4294967295"/>
          </p:nvPr>
        </p:nvSpPr>
        <p:spPr/>
        <p:txBody>
          <a:bodyPr vert="horz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marL="0" lvl="0" indent="0" algn="ctr" rtl="0">
              <a:buNone/>
            </a:pPr>
            <a:r>
              <a:rPr lang="pt-BR" sz="3200">
                <a:cs typeface="Tahoma" pitchFamily="2"/>
              </a:rPr>
              <a:t>ENDEREÇO: URBIS III, RUA BÉLGICA -P Nº 08</a:t>
            </a:r>
          </a:p>
          <a:p>
            <a:pPr marL="0" lvl="0" indent="0" algn="ctr" rtl="0">
              <a:buNone/>
            </a:pPr>
            <a:r>
              <a:rPr lang="pt-BR" sz="3200">
                <a:cs typeface="Tahoma" pitchFamily="2"/>
              </a:rPr>
              <a:t>CEP: 48.015-462 - ALAGOINHAS-BA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E S O ARAÚJO EIRELI – CLÍNICA ERAS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>
                <a:cs typeface="Tahoma" pitchFamily="2"/>
              </a:rPr>
              <a:t>INSCRIÇÃO ESTADUAL: 987130</a:t>
            </a:r>
          </a:p>
          <a:p>
            <a:pPr lvl="0" rtl="0"/>
            <a:r>
              <a:rPr lang="pt-BR">
                <a:cs typeface="Tahoma" pitchFamily="2"/>
              </a:rPr>
              <a:t>ALVARÁ SANITÁRIO: 099/2023</a:t>
            </a:r>
          </a:p>
          <a:p>
            <a:pPr lvl="0" rtl="0"/>
            <a:r>
              <a:rPr lang="pt-BR">
                <a:cs typeface="Tahoma" pitchFamily="2"/>
              </a:rPr>
              <a:t>ALVARÁ DE FUNCIONAMENTO: 1456/2023</a:t>
            </a:r>
          </a:p>
          <a:p>
            <a:pPr lvl="0" rtl="0"/>
            <a:r>
              <a:rPr lang="pt-BR">
                <a:cs typeface="Tahoma" pitchFamily="2"/>
              </a:rPr>
              <a:t>RAMO DE ATIVIDADE: 9013100/C2-86308650099</a:t>
            </a:r>
          </a:p>
          <a:p>
            <a:pPr lvl="0" rtl="0"/>
            <a:r>
              <a:rPr lang="pt-BR">
                <a:cs typeface="Tahoma" pitchFamily="2"/>
              </a:rPr>
              <a:t>CNPJ: 39363315/0001-39</a:t>
            </a:r>
          </a:p>
          <a:p>
            <a:pPr lvl="0" rtl="0"/>
            <a:r>
              <a:rPr lang="pt-BR">
                <a:cs typeface="Tahoma" pitchFamily="2"/>
              </a:rPr>
              <a:t>CNES: 0405086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HISTÓRIA DA CLÍNICA ERAS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>
              <a:buNone/>
            </a:pPr>
            <a:endParaRPr lang="pt-BR">
              <a:cs typeface="Tahoma" pitchFamily="2"/>
            </a:endParaRPr>
          </a:p>
          <a:p>
            <a:pPr lvl="0" rtl="0"/>
            <a:r>
              <a:rPr lang="pt-BR">
                <a:cs typeface="Tahoma" pitchFamily="2"/>
              </a:rPr>
              <a:t>A CLÍNICA ERAS SURGIU DE UM SONHO ANTIGO DA PROPRIETÁRIA, DE OFERECER A POPULAÇÃO MENOS ASSISTIDA,  SERVIÇOS DE SAÚDE, COM QUALIDADE,CONFORTO, SEGURANÇA, COM VALOR ACESSÍVEL.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SERVIÇOS: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>
          <a:xfrm>
            <a:off x="540000" y="1107083"/>
            <a:ext cx="9000000" cy="4161603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marL="288000" lvl="0" rtl="0">
              <a:spcAft>
                <a:spcPts val="1000"/>
              </a:spcAft>
            </a:pPr>
            <a:r>
              <a:rPr lang="pt-BR" dirty="0">
                <a:cs typeface="Tahoma" pitchFamily="2"/>
              </a:rPr>
              <a:t>CONSULTAS DE</a:t>
            </a:r>
            <a:r>
              <a:rPr lang="pt-BR" dirty="0" smtClean="0">
                <a:cs typeface="Tahoma" pitchFamily="2"/>
              </a:rPr>
              <a:t>: CLÍNICO </a:t>
            </a:r>
            <a:r>
              <a:rPr lang="pt-BR" dirty="0">
                <a:cs typeface="Tahoma" pitchFamily="2"/>
              </a:rPr>
              <a:t>GERAL, NUTRICIONISTA, PSICOLOGIA, ENFERMAGEM E FISIOTERAPEUTA, MASSOTERAPEUTA, ENTRE OUTROS…</a:t>
            </a:r>
          </a:p>
          <a:p>
            <a:pPr marL="288000" lvl="0" rtl="0">
              <a:spcAft>
                <a:spcPts val="1000"/>
              </a:spcAft>
            </a:pPr>
            <a:r>
              <a:rPr lang="pt-BR" dirty="0">
                <a:cs typeface="Tahoma" pitchFamily="2"/>
              </a:rPr>
              <a:t>CONSULTAS MÉDICA:</a:t>
            </a:r>
          </a:p>
          <a:p>
            <a:pPr marL="288000" lvl="0" rtl="0">
              <a:spcAft>
                <a:spcPts val="1000"/>
              </a:spcAft>
            </a:pPr>
            <a:r>
              <a:rPr lang="pt-BR" dirty="0">
                <a:cs typeface="Tahoma" pitchFamily="2"/>
              </a:rPr>
              <a:t>FISIOTERAPIA;</a:t>
            </a:r>
          </a:p>
          <a:p>
            <a:pPr marL="288000" lvl="0" rtl="0">
              <a:spcAft>
                <a:spcPts val="1000"/>
              </a:spcAft>
            </a:pPr>
            <a:r>
              <a:rPr lang="pt-BR" dirty="0">
                <a:cs typeface="Tahoma" pitchFamily="2"/>
              </a:rPr>
              <a:t>RPG;</a:t>
            </a:r>
          </a:p>
          <a:p>
            <a:pPr marL="288000" lvl="0" rtl="0">
              <a:spcAft>
                <a:spcPts val="1000"/>
              </a:spcAft>
            </a:pPr>
            <a:r>
              <a:rPr lang="pt-BR" dirty="0">
                <a:cs typeface="Tahoma" pitchFamily="2"/>
              </a:rPr>
              <a:t>PILATES;</a:t>
            </a:r>
          </a:p>
          <a:p>
            <a:pPr marL="288000" lvl="0" rtl="0">
              <a:spcAft>
                <a:spcPts val="1000"/>
              </a:spcAft>
            </a:pPr>
            <a:r>
              <a:rPr lang="pt-BR" dirty="0">
                <a:cs typeface="Tahoma" pitchFamily="2"/>
              </a:rPr>
              <a:t>VÁRIAS MODALIDADES DE MASSAGEM;</a:t>
            </a:r>
          </a:p>
          <a:p>
            <a:pPr marL="288000" lvl="0" rtl="0">
              <a:spcAft>
                <a:spcPts val="1000"/>
              </a:spcAft>
            </a:pPr>
            <a:r>
              <a:rPr lang="pt-BR" dirty="0">
                <a:cs typeface="Tahoma" pitchFamily="2"/>
              </a:rPr>
              <a:t>HIDROGINÁSTICA;</a:t>
            </a:r>
          </a:p>
          <a:p>
            <a:pPr marL="288000" lvl="0" rtl="0">
              <a:spcAft>
                <a:spcPts val="1000"/>
              </a:spcAft>
            </a:pPr>
            <a:r>
              <a:rPr lang="pt-BR" dirty="0">
                <a:cs typeface="Tahoma" pitchFamily="2"/>
              </a:rPr>
              <a:t>HIDROTERAPIA AQUECIDA;</a:t>
            </a:r>
          </a:p>
          <a:p>
            <a:pPr marL="288000" lvl="0" rtl="0">
              <a:spcAft>
                <a:spcPts val="1000"/>
              </a:spcAft>
            </a:pPr>
            <a:r>
              <a:rPr lang="pt-BR" dirty="0">
                <a:cs typeface="Tahoma" pitchFamily="2"/>
              </a:rPr>
              <a:t>EXAME CITOPATOLÓGICO DO COLO DE ÚTERO, ENTRE OUTROS...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CLÍNICA MÉDICA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>
                <a:cs typeface="Tahoma" pitchFamily="2"/>
              </a:rPr>
              <a:t>MEDICA DA FAMÍLIA E COMUNIDADE</a:t>
            </a:r>
          </a:p>
          <a:p>
            <a:pPr lvl="0" rtl="0"/>
            <a:r>
              <a:rPr lang="pt-BR">
                <a:cs typeface="Tahoma" pitchFamily="2"/>
              </a:rPr>
              <a:t>Formada pela Universidade Baiana de Medicina</a:t>
            </a:r>
          </a:p>
          <a:p>
            <a:pPr lvl="0" rtl="0"/>
            <a:r>
              <a:rPr lang="pt-BR">
                <a:cs typeface="Tahoma" pitchFamily="2"/>
              </a:rPr>
              <a:t>Com 2 anos de experiência em Saúde da Família e comunidade e um ano em Saúde Mental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Enfermeira especialista em: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>
                <a:cs typeface="Tahoma" pitchFamily="2"/>
              </a:rPr>
              <a:t>Saúde da Mulher e ginecologia;</a:t>
            </a:r>
          </a:p>
          <a:p>
            <a:pPr lvl="0" rtl="0"/>
            <a:r>
              <a:rPr lang="pt-BR">
                <a:cs typeface="Tahoma" pitchFamily="2"/>
              </a:rPr>
              <a:t>Enfermagem Obstétrica;</a:t>
            </a:r>
          </a:p>
          <a:p>
            <a:pPr lvl="0" rtl="0"/>
            <a:r>
              <a:rPr lang="pt-BR">
                <a:cs typeface="Tahoma" pitchFamily="2"/>
              </a:rPr>
              <a:t>Especialização em segurança do paciente</a:t>
            </a:r>
          </a:p>
          <a:p>
            <a:pPr lvl="0" rtl="0"/>
            <a:r>
              <a:rPr lang="pt-BR">
                <a:cs typeface="Tahoma" pitchFamily="2"/>
              </a:rPr>
              <a:t>Enfermagem em cuidados paliativos</a:t>
            </a:r>
          </a:p>
          <a:p>
            <a:pPr lvl="0" rtl="0"/>
            <a:r>
              <a:rPr lang="pt-BR">
                <a:cs typeface="Tahoma" pitchFamily="2"/>
              </a:rPr>
              <a:t> Especialização em Prescrição de Medicamentos por Enfermeiros nos Serviços Públicos de Saúde</a:t>
            </a:r>
          </a:p>
          <a:p>
            <a:pPr lvl="0" rtl="0"/>
            <a:r>
              <a:rPr lang="pt-BR">
                <a:cs typeface="Tahoma" pitchFamily="2"/>
              </a:rPr>
              <a:t>Mestranda em Saúde Pública</a:t>
            </a:r>
          </a:p>
          <a:p>
            <a:pPr lvl="0" rtl="0"/>
            <a:r>
              <a:rPr lang="pt-BR">
                <a:cs typeface="Tahoma" pitchFamily="2"/>
              </a:rPr>
              <a:t>Docente do ensino superior</a:t>
            </a:r>
          </a:p>
          <a:p>
            <a:pPr lvl="0" rtl="0"/>
            <a:r>
              <a:rPr lang="pt-BR">
                <a:cs typeface="Tahoma" pitchFamily="2"/>
              </a:rPr>
              <a:t>37 anos de experiência em Saúde Pública, docência e Saúde da Família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Continua...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>
          <a:xfrm>
            <a:off x="369719" y="1221840"/>
            <a:ext cx="9000000" cy="3600000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>
                <a:cs typeface="Tahoma" pitchFamily="2"/>
              </a:rPr>
              <a:t> Especialização em Enfermagem em Oncologia</a:t>
            </a:r>
          </a:p>
          <a:p>
            <a:pPr lvl="0" rtl="0"/>
            <a:r>
              <a:rPr lang="pt-BR">
                <a:cs typeface="Tahoma" pitchFamily="2"/>
              </a:rPr>
              <a:t> Especialização em Enfermagem em Gerontologia</a:t>
            </a:r>
          </a:p>
          <a:p>
            <a:pPr lvl="0" rtl="0"/>
            <a:r>
              <a:rPr lang="pt-BR">
                <a:cs typeface="Tahoma" pitchFamily="2"/>
              </a:rPr>
              <a:t>Curso de Especialização em Enfermagem em Saúde dos Povos Indígenas</a:t>
            </a:r>
          </a:p>
          <a:p>
            <a:pPr lvl="0" rtl="0"/>
            <a:endParaRPr lang="pt-BR">
              <a:cs typeface="Tahoma" pitchFamily="2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720000" y="2532600"/>
            <a:ext cx="9000000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pt-BR" sz="1800" b="0" i="0" u="none" strike="noStrike" kern="1200">
                <a:ln>
                  <a:noFill/>
                </a:ln>
                <a:latin typeface="Liberation Sans" pitchFamily="18"/>
                <a:ea typeface="Segoe UI" pitchFamily="2"/>
                <a:cs typeface="Tahoma" pitchFamily="2"/>
              </a:rPr>
              <a:t>Especialização em Enfermagem na Atenção Primária com Ênfase na Estratégia Saúde da Família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69719" y="3600000"/>
            <a:ext cx="7341120" cy="122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pt-BR" sz="1800" b="0" i="0" u="none" strike="noStrike" kern="1200">
                <a:ln>
                  <a:noFill/>
                </a:ln>
                <a:latin typeface="Liberation Sans" pitchFamily="18"/>
                <a:ea typeface="Segoe UI" pitchFamily="2"/>
                <a:cs typeface="Tahoma" pitchFamily="2"/>
              </a:rPr>
              <a:t>    Especialização em Planejamento e Gestão em Saúde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80000" y="4140000"/>
            <a:ext cx="7020000" cy="540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pt-BR" sz="1800" b="0" i="0" u="none" strike="noStrike" kern="1200">
                <a:ln>
                  <a:noFill/>
                </a:ln>
                <a:latin typeface="Liberation Sans" pitchFamily="18"/>
                <a:ea typeface="Segoe UI" pitchFamily="2"/>
                <a:cs typeface="Tahoma" pitchFamily="2"/>
              </a:rPr>
              <a:t>        Especialização em Enfermagem do Trabalho.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37200" y="3072600"/>
            <a:ext cx="5302799" cy="347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pt-BR" sz="1800" b="0" i="0" u="none" strike="noStrike" kern="1200">
                <a:ln>
                  <a:noFill/>
                </a:ln>
                <a:latin typeface="Liberation Sans" pitchFamily="18"/>
                <a:ea typeface="Segoe UI" pitchFamily="2"/>
                <a:cs typeface="Tahoma" pitchFamily="2"/>
              </a:rPr>
              <a:t>Especialização em Enfermagem em Saúde Mental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...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 dirty="0">
                <a:cs typeface="Tahoma" pitchFamily="2"/>
              </a:rPr>
              <a:t>Gestão de saúde Pública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20000" y="2532600"/>
            <a:ext cx="7575119" cy="345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pt-BR" sz="1800" b="0" i="0" u="none" strike="noStrike" kern="1200">
                <a:ln>
                  <a:noFill/>
                </a:ln>
                <a:latin typeface="Liberation Sans" pitchFamily="18"/>
                <a:ea typeface="Segoe UI" pitchFamily="2"/>
                <a:cs typeface="Tahoma" pitchFamily="2"/>
              </a:rPr>
              <a:t>Curso de Especialização em Auditoria em Serviços de Saúde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720000" y="1800000"/>
            <a:ext cx="8100000" cy="1260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pt-BR" sz="1800" b="0" i="0" u="none" strike="noStrike" kern="1200" dirty="0">
                <a:ln>
                  <a:noFill/>
                </a:ln>
                <a:latin typeface="Liberation Sans" pitchFamily="18"/>
                <a:ea typeface="Segoe UI" pitchFamily="2"/>
                <a:cs typeface="Tahoma" pitchFamily="2"/>
              </a:rPr>
              <a:t>Curso de Especialização em Enfermagem na Saúde Pública com Ênfase em Vigilância em Saúde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 dirty="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 dirty="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 dirty="0" smtClean="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pt-BR" sz="1800" b="0" i="0" u="none" strike="noStrike" kern="1200" dirty="0" smtClean="0">
                <a:ln>
                  <a:noFill/>
                </a:ln>
                <a:latin typeface="Liberation Sans" pitchFamily="18"/>
                <a:ea typeface="Segoe UI" pitchFamily="2"/>
                <a:cs typeface="Tahoma" pitchFamily="2"/>
              </a:rPr>
              <a:t>Especialista </a:t>
            </a:r>
            <a:r>
              <a:rPr lang="pt-BR" sz="1800" b="0" i="0" u="none" strike="noStrike" kern="1200" dirty="0">
                <a:ln>
                  <a:noFill/>
                </a:ln>
                <a:latin typeface="Liberation Sans" pitchFamily="18"/>
                <a:ea typeface="Segoe UI" pitchFamily="2"/>
                <a:cs typeface="Tahoma" pitchFamily="2"/>
              </a:rPr>
              <a:t>em Administração hospitalar e sistemas de serviços de saúde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 dirty="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 dirty="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 dirty="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pt-BR" sz="1800" b="0" i="0" u="none" strike="noStrike" kern="1200" dirty="0">
              <a:ln>
                <a:noFill/>
              </a:ln>
              <a:latin typeface="Liberation Sans" pitchFamily="18"/>
              <a:ea typeface="Segoe UI" pitchFamily="2"/>
              <a:cs typeface="Tahoma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PILATES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 dirty="0">
                <a:cs typeface="Tahoma" pitchFamily="2"/>
              </a:rPr>
              <a:t>POSSUI 11 METROS DE COMPRIMENTOS E 3 DE LARGURA</a:t>
            </a:r>
          </a:p>
          <a:p>
            <a:pPr lvl="0" rtl="0"/>
            <a:r>
              <a:rPr lang="pt-BR" dirty="0">
                <a:cs typeface="Tahoma" pitchFamily="2"/>
              </a:rPr>
              <a:t>COM TODOS OS EQUIPAMENTOS E MATERIAIS NECESSÁRIOS PARA REALIZAR COM EFICÁCIA E EFICIÊNCIA TODAS AS ATIVIDADES E TRATAMENTOS</a:t>
            </a:r>
            <a:r>
              <a:rPr lang="pt-BR" dirty="0" smtClean="0">
                <a:cs typeface="Tahoma" pitchFamily="2"/>
              </a:rPr>
              <a:t>, PARA </a:t>
            </a:r>
            <a:r>
              <a:rPr lang="pt-BR" dirty="0">
                <a:cs typeface="Tahoma" pitchFamily="2"/>
              </a:rPr>
              <a:t>PROPORCIONAR QUALIDADE DE VIDA E BOM CONDICIONAMENTO FÍSICO;</a:t>
            </a:r>
          </a:p>
          <a:p>
            <a:pPr lvl="0" rtl="0"/>
            <a:r>
              <a:rPr lang="pt-BR" dirty="0">
                <a:cs typeface="Tahoma" pitchFamily="2"/>
              </a:rPr>
              <a:t>PROFISSIONAIS QUALIFICADOS E VASTA EXPERIÊNCIA NA ÁREA DE ATUAÇÃO</a:t>
            </a:r>
            <a:r>
              <a:rPr lang="pt-BR" dirty="0" smtClean="0">
                <a:cs typeface="Tahoma" pitchFamily="2"/>
              </a:rPr>
              <a:t>.</a:t>
            </a:r>
          </a:p>
          <a:p>
            <a:pPr lvl="0" rtl="0"/>
            <a:r>
              <a:rPr lang="pt-BR" dirty="0" smtClean="0">
                <a:cs typeface="Tahoma" pitchFamily="2"/>
              </a:rPr>
              <a:t>FORMAÇÃO ACADEMICA EM FISIOTERAPIA E ESPECIALISTA NA ÁREA DE PILATES ENTRE OUTROS.</a:t>
            </a:r>
            <a:endParaRPr lang="pt-BR" dirty="0">
              <a:cs typeface="Tahoma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INFORMAÇÕES: PISCINA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 dirty="0">
                <a:cs typeface="Tahoma" pitchFamily="2"/>
              </a:rPr>
              <a:t>NOSSA PISCINA POSSUI 6 METROS DE COMPRIMENTO, 3 DE LARGURA E 1,40 DE PROFUNDIDADE;</a:t>
            </a:r>
          </a:p>
          <a:p>
            <a:pPr lvl="0" rtl="0"/>
            <a:r>
              <a:rPr lang="pt-BR" dirty="0">
                <a:cs typeface="Tahoma" pitchFamily="2"/>
              </a:rPr>
              <a:t>DOIS TIPOS DE AQUECIMENTOS:</a:t>
            </a:r>
          </a:p>
          <a:p>
            <a:pPr lvl="0" rtl="0"/>
            <a:r>
              <a:rPr lang="pt-BR" dirty="0">
                <a:cs typeface="Tahoma" pitchFamily="2"/>
              </a:rPr>
              <a:t>SOLAR</a:t>
            </a:r>
          </a:p>
          <a:p>
            <a:pPr lvl="0" rtl="0"/>
            <a:r>
              <a:rPr lang="pt-BR" dirty="0">
                <a:cs typeface="Tahoma" pitchFamily="2"/>
              </a:rPr>
              <a:t>ELÉTRICO</a:t>
            </a:r>
          </a:p>
          <a:p>
            <a:pPr lvl="0" rtl="0"/>
            <a:r>
              <a:rPr lang="pt-BR" dirty="0">
                <a:cs typeface="Tahoma" pitchFamily="2"/>
              </a:rPr>
              <a:t>TEMOS PROFISSIONAIS QUALIFICADOS E EXPERIENTES ATUANDO EM TODOS OS SERVIÇOS</a:t>
            </a:r>
            <a:r>
              <a:rPr lang="pt-BR" dirty="0" smtClean="0">
                <a:cs typeface="Tahoma" pitchFamily="2"/>
              </a:rPr>
              <a:t>.</a:t>
            </a:r>
          </a:p>
          <a:p>
            <a:pPr lvl="0" rtl="0"/>
            <a:r>
              <a:rPr lang="pt-BR" dirty="0" smtClean="0">
                <a:cs typeface="Tahoma" pitchFamily="2"/>
              </a:rPr>
              <a:t>PROFISSIONAIS: FISIOTERAPEUTAS PARA HIDROTERAPIAS E EDUCADOR FÍSICO PARA HIDROGINÁSTICA.</a:t>
            </a:r>
            <a:endParaRPr lang="pt-BR" dirty="0">
              <a:cs typeface="Tahoma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RPG – RECUPERAÇÃO POSTURAL GLOBAL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 dirty="0">
                <a:cs typeface="Tahoma" pitchFamily="2"/>
              </a:rPr>
              <a:t>EQUIPAMENTO DE PRIMEIRA LINHA;</a:t>
            </a:r>
          </a:p>
          <a:p>
            <a:pPr lvl="0" rtl="0"/>
            <a:r>
              <a:rPr lang="pt-BR" dirty="0">
                <a:cs typeface="Tahoma" pitchFamily="2"/>
              </a:rPr>
              <a:t>COM TODOS OS ACESSÓRIOS NECESSÁRIOS PARA UM TRATAMENTO, RESPOSTA POSITIVA E QUALIDADE DE VIDA;</a:t>
            </a:r>
          </a:p>
          <a:p>
            <a:pPr lvl="0" rtl="0"/>
            <a:r>
              <a:rPr lang="pt-BR" dirty="0">
                <a:cs typeface="Tahoma" pitchFamily="2"/>
              </a:rPr>
              <a:t>PROFISSIONAL QUALIFICADO E VASTA EXPERIÊNCIA EM </a:t>
            </a:r>
            <a:r>
              <a:rPr lang="pt-BR" dirty="0" smtClean="0">
                <a:cs typeface="Tahoma" pitchFamily="2"/>
              </a:rPr>
              <a:t>RPG;</a:t>
            </a:r>
          </a:p>
          <a:p>
            <a:pPr lvl="0" rtl="0"/>
            <a:r>
              <a:rPr lang="pt-BR" dirty="0" smtClean="0">
                <a:cs typeface="Tahoma" pitchFamily="2"/>
              </a:rPr>
              <a:t>FORMAÇÃO ACADEMICA EM FISIOTERAPIA E ESPECIALISTA NA ÁREA DE PILATES ENTRE OUTROS.</a:t>
            </a:r>
            <a:endParaRPr lang="pt-BR" dirty="0">
              <a:cs typeface="Tahoma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MASSOTERAPIA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>
          <a:xfrm>
            <a:off x="540000" y="1179091"/>
            <a:ext cx="9000000" cy="3770909"/>
          </a:xfrm>
        </p:spPr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 dirty="0">
                <a:cs typeface="Tahoma" pitchFamily="2"/>
              </a:rPr>
              <a:t>RELAXANTE;</a:t>
            </a:r>
          </a:p>
          <a:p>
            <a:pPr lvl="0" rtl="0"/>
            <a:r>
              <a:rPr lang="pt-BR" dirty="0">
                <a:cs typeface="Tahoma" pitchFamily="2"/>
              </a:rPr>
              <a:t>MODELADORA;</a:t>
            </a:r>
          </a:p>
          <a:p>
            <a:pPr lvl="0" rtl="0"/>
            <a:r>
              <a:rPr lang="pt-BR" dirty="0">
                <a:cs typeface="Tahoma" pitchFamily="2"/>
              </a:rPr>
              <a:t>LIPO MANUAL;</a:t>
            </a:r>
          </a:p>
          <a:p>
            <a:pPr lvl="0" rtl="0"/>
            <a:r>
              <a:rPr lang="pt-BR" dirty="0">
                <a:cs typeface="Tahoma" pitchFamily="2"/>
              </a:rPr>
              <a:t>DRENAGEM LINFÁTICA;</a:t>
            </a:r>
          </a:p>
          <a:p>
            <a:pPr lvl="0" rtl="0"/>
            <a:r>
              <a:rPr lang="pt-BR" dirty="0">
                <a:cs typeface="Tahoma" pitchFamily="2"/>
              </a:rPr>
              <a:t>MASSAGEM DRENANTE;</a:t>
            </a:r>
          </a:p>
          <a:p>
            <a:pPr lvl="0" rtl="0"/>
            <a:r>
              <a:rPr lang="pt-BR" dirty="0">
                <a:cs typeface="Tahoma" pitchFamily="2"/>
              </a:rPr>
              <a:t>MASSAGEM FACIAL;</a:t>
            </a:r>
          </a:p>
          <a:p>
            <a:pPr lvl="0" rtl="0"/>
            <a:r>
              <a:rPr lang="pt-BR" dirty="0">
                <a:cs typeface="Tahoma" pitchFamily="2"/>
              </a:rPr>
              <a:t>CROMOTERAPIA;</a:t>
            </a:r>
          </a:p>
          <a:p>
            <a:pPr lvl="0" rtl="0"/>
            <a:r>
              <a:rPr lang="pt-BR" dirty="0">
                <a:cs typeface="Tahoma" pitchFamily="2"/>
              </a:rPr>
              <a:t>AROMOTERAPIA;</a:t>
            </a:r>
          </a:p>
          <a:p>
            <a:pPr lvl="0" rtl="0"/>
            <a:r>
              <a:rPr lang="pt-BR" dirty="0">
                <a:cs typeface="Tahoma" pitchFamily="2"/>
              </a:rPr>
              <a:t>MUSICOTERAPIA.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 rtl="0">
              <a:buNone/>
            </a:pPr>
            <a:r>
              <a:rPr lang="pt-BR">
                <a:cs typeface="Tahoma" pitchFamily="2"/>
              </a:rPr>
              <a:t>ADICIONAIS...</a:t>
            </a:r>
          </a:p>
        </p:txBody>
      </p:sp>
      <p:sp>
        <p:nvSpPr>
          <p:cNvPr id="3" name="Espaço Reservado para Texto 2"/>
          <p:cNvSpPr txBox="1">
            <a:spLocks noGrp="1"/>
          </p:cNvSpPr>
          <p:nvPr>
            <p:ph type="body" idx="4294967295"/>
          </p:nvPr>
        </p:nvSpPr>
        <p:spPr/>
        <p:txBody>
          <a:bodyPr vert="horz"/>
          <a:lstStyle>
            <a:def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None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defPPr>
            <a:lvl1pPr marL="432000" marR="0" lvl="0" indent="-324000">
              <a:spcBef>
                <a:spcPts val="0"/>
              </a:spcBef>
              <a:spcAft>
                <a:spcPts val="105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1pPr>
            <a:lvl2pPr marL="864000" marR="0" lvl="1" indent="-324000">
              <a:spcBef>
                <a:spcPts val="0"/>
              </a:spcBef>
              <a:spcAft>
                <a:spcPts val="845"/>
              </a:spcAft>
              <a:buClr>
                <a:srgbClr val="91D93F"/>
              </a:buClr>
              <a:buSzPct val="75000"/>
              <a:buFont typeface="StarSymbol"/>
              <a:buChar char="–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2pPr>
            <a:lvl3pPr marL="1295999" marR="0" lvl="2" indent="-288000">
              <a:spcBef>
                <a:spcPts val="0"/>
              </a:spcBef>
              <a:spcAft>
                <a:spcPts val="632"/>
              </a:spcAft>
              <a:buClr>
                <a:srgbClr val="91D93F"/>
              </a:buClr>
              <a:buSzPct val="45000"/>
              <a:buFont typeface="OpenSymbol"/>
              <a:buChar char="○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3pPr>
            <a:lvl4pPr marL="1728000" marR="0" lvl="3" indent="-216000">
              <a:spcBef>
                <a:spcPts val="0"/>
              </a:spcBef>
              <a:spcAft>
                <a:spcPts val="420"/>
              </a:spcAft>
              <a:buClr>
                <a:srgbClr val="91D93F"/>
              </a:buClr>
              <a:buSzPct val="45000"/>
              <a:buFont typeface="Open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4pPr>
            <a:lvl5pPr marL="2160000" marR="0" lvl="4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5pPr>
            <a:lvl6pPr marL="2592000" marR="0" lvl="5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6pPr>
            <a:lvl7pPr marL="3024000" marR="0" lvl="6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2000" b="0" i="0" u="none" strike="noStrike" kern="1200">
                <a:ln>
                  <a:noFill/>
                </a:ln>
                <a:latin typeface="Liberation Sans" pitchFamily="18"/>
              </a:defRPr>
            </a:lvl7pPr>
            <a:lvl8pPr marL="3456000" marR="0" lvl="7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8pPr>
            <a:lvl9pPr marL="3887999" marR="0" lvl="8" indent="-216000">
              <a:spcBef>
                <a:spcPts val="0"/>
              </a:spcBef>
              <a:spcAft>
                <a:spcPts val="207"/>
              </a:spcAft>
              <a:buClr>
                <a:srgbClr val="91D93F"/>
              </a:buClr>
              <a:buSzPct val="45000"/>
              <a:buFont typeface="StarSymbol"/>
              <a:buChar char="●"/>
              <a:defRPr lang="pt-BR" sz="1500" b="0" i="0" u="none" strike="noStrike" kern="1200">
                <a:ln>
                  <a:noFill/>
                </a:ln>
                <a:latin typeface="Liberation Sans" pitchFamily="18"/>
              </a:defRPr>
            </a:lvl9pPr>
          </a:lstStyle>
          <a:p>
            <a:pPr lvl="0" rtl="0"/>
            <a:r>
              <a:rPr lang="pt-BR">
                <a:cs typeface="Tahoma" pitchFamily="2"/>
              </a:rPr>
              <a:t>4 SANITÁRIOS COM ACESSIBILIDADE</a:t>
            </a:r>
          </a:p>
          <a:p>
            <a:pPr lvl="0" rtl="0"/>
            <a:r>
              <a:rPr lang="pt-BR">
                <a:cs typeface="Tahoma" pitchFamily="2"/>
              </a:rPr>
              <a:t>RAMPA DE ACESSO PARA PORTADORES ESPECIAIS</a:t>
            </a:r>
          </a:p>
          <a:p>
            <a:pPr lvl="0" rtl="0"/>
            <a:r>
              <a:rPr lang="pt-BR">
                <a:cs typeface="Tahoma" pitchFamily="2"/>
              </a:rPr>
              <a:t>RESERVATÓRIO PARA LIXO CONTAMINANTE</a:t>
            </a:r>
          </a:p>
          <a:p>
            <a:pPr lvl="0" rtl="0"/>
            <a:r>
              <a:rPr lang="pt-BR">
                <a:cs typeface="Tahoma" pitchFamily="2"/>
              </a:rPr>
              <a:t>SEGURANÇA</a:t>
            </a:r>
          </a:p>
          <a:p>
            <a:pPr lvl="0" rtl="0"/>
            <a:r>
              <a:rPr lang="pt-BR">
                <a:cs typeface="Tahoma" pitchFamily="2"/>
              </a:rPr>
              <a:t>CONFORTO</a:t>
            </a:r>
          </a:p>
          <a:p>
            <a:pPr lvl="0" rtl="0"/>
            <a:r>
              <a:rPr lang="pt-BR">
                <a:cs typeface="Tahoma" pitchFamily="2"/>
              </a:rPr>
              <a:t>VALORIZAÇÃO PROFISSIONAL</a:t>
            </a:r>
          </a:p>
          <a:p>
            <a:pPr lvl="0" rtl="0"/>
            <a:endParaRPr lang="pt-BR">
              <a:cs typeface="Tahoma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spiratio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nspiration_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517</Words>
  <Application>Microsoft Office PowerPoint</Application>
  <PresentationFormat>Apresentação na tela (4:3)</PresentationFormat>
  <Paragraphs>88</Paragraphs>
  <Slides>13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Inspiration</vt:lpstr>
      <vt:lpstr>Inspiration_</vt:lpstr>
      <vt:lpstr>CLÍNICA ERAS</vt:lpstr>
      <vt:lpstr>E S O ARAÚJO EIRELI – CLÍNICA ERAS</vt:lpstr>
      <vt:lpstr>HISTÓRIA DA CLÍNICA ERAS</vt:lpstr>
      <vt:lpstr>SERVIÇOS:</vt:lpstr>
      <vt:lpstr>CLÍNICA MÉDICA</vt:lpstr>
      <vt:lpstr>Enfermeira especialista em:</vt:lpstr>
      <vt:lpstr>Continua...</vt:lpstr>
      <vt:lpstr>...</vt:lpstr>
      <vt:lpstr>PILATES</vt:lpstr>
      <vt:lpstr>INFORMAÇÕES: PISCINA</vt:lpstr>
      <vt:lpstr>RPG – RECUPERAÇÃO POSTURAL GLOBAL</vt:lpstr>
      <vt:lpstr>MASSOTERAPIA</vt:lpstr>
      <vt:lpstr>ADICIONAIS...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Inspiration</dc:title>
  <dc:creator>Cliente</dc:creator>
  <cp:lastModifiedBy>Cliente</cp:lastModifiedBy>
  <cp:revision>5</cp:revision>
  <dcterms:created xsi:type="dcterms:W3CDTF">2023-07-18T17:22:46Z</dcterms:created>
  <dcterms:modified xsi:type="dcterms:W3CDTF">2026-04-09T19:17:31Z</dcterms:modified>
</cp:coreProperties>
</file>